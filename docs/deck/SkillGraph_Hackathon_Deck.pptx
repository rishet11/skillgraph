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6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78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SkillGraph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D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Solution Overview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10698480" cy="0"/>
          </a:xfrm>
          <a:prstGeom prst="line">
            <a:avLst/>
          </a:prstGeom>
          <a:noFill/>
          <a:ln w="12700">
            <a:solidFill>
              <a:srgbClr val="D7D7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F78A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AI-Adaptive Onboarding Engine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2240280"/>
            <a:ext cx="5669280" cy="4389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D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Static onboarding wastes expert time and overwhelms junior hires.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D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SkillGraph parses a resume and JD, measures real gaps, and builds a dependency-aware path.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D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recommendation is grounded to a fixed course catalog with deterministic reasoning trace.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0" y="1828800"/>
            <a:ext cx="3474720" cy="1097280"/>
          </a:xfrm>
          <a:prstGeom prst="roundRect">
            <a:avLst>
              <a:gd name="adj" fmla="val 6667"/>
            </a:avLst>
          </a:prstGeom>
          <a:solidFill>
            <a:srgbClr val="E9F3FB"/>
          </a:solidFill>
          <a:ln w="12700">
            <a:solidFill>
              <a:srgbClr val="E9F3F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52360" y="1938528"/>
            <a:ext cx="320040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3-panel UX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D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Skills • Graph • Path + Trace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0" y="3154680"/>
            <a:ext cx="3474720" cy="914400"/>
          </a:xfrm>
          <a:prstGeom prst="roundRect">
            <a:avLst>
              <a:gd name="adj" fmla="val 8000"/>
            </a:avLst>
          </a:prstGeom>
          <a:solidFill>
            <a:srgbClr val="FFF0E8"/>
          </a:solidFill>
          <a:ln w="12700">
            <a:solidFill>
              <a:srgbClr val="FFF0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52360" y="3264408"/>
            <a:ext cx="32004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proof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D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 Learned -&gt; Recompute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315200" y="4343400"/>
            <a:ext cx="3474720" cy="868680"/>
          </a:xfrm>
          <a:prstGeom prst="roundRect">
            <a:avLst>
              <a:gd name="adj" fmla="val 8421"/>
            </a:avLst>
          </a:prstGeom>
          <a:solidFill>
            <a:srgbClr val="EDF8F1"/>
          </a:solidFill>
          <a:ln w="12700">
            <a:solidFill>
              <a:srgbClr val="EDF8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52360" y="4453128"/>
            <a:ext cx="3200400" cy="649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Domains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D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SWE + Data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78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D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Architecture &amp; Workflow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10698480" cy="0"/>
          </a:xfrm>
          <a:prstGeom prst="line">
            <a:avLst/>
          </a:prstGeom>
          <a:noFill/>
          <a:ln w="12700">
            <a:solidFill>
              <a:srgbClr val="D7D7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2148840"/>
            <a:ext cx="1600200" cy="822960"/>
          </a:xfrm>
          <a:prstGeom prst="roundRect">
            <a:avLst>
              <a:gd name="adj" fmla="val 8889"/>
            </a:avLst>
          </a:prstGeom>
          <a:solidFill>
            <a:srgbClr val="2F78A8"/>
          </a:solidFill>
          <a:ln w="12700">
            <a:solidFill>
              <a:srgbClr val="2F78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258568"/>
            <a:ext cx="1325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Resume + JD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286000" y="2359152"/>
            <a:ext cx="365760" cy="347472"/>
          </a:xfrm>
          <a:prstGeom prst="chevron">
            <a:avLst/>
          </a:prstGeom>
          <a:solidFill>
            <a:srgbClr val="DADFE8"/>
          </a:solidFill>
          <a:ln w="12700">
            <a:solidFill>
              <a:srgbClr val="D7D7D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77440" y="2148840"/>
            <a:ext cx="1600200" cy="822960"/>
          </a:xfrm>
          <a:prstGeom prst="roundRect">
            <a:avLst>
              <a:gd name="adj" fmla="val 8889"/>
            </a:avLst>
          </a:prstGeom>
          <a:solidFill>
            <a:srgbClr val="1B7A48"/>
          </a:solidFill>
          <a:ln w="12700">
            <a:solidFill>
              <a:srgbClr val="1B7A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14600" y="2258568"/>
            <a:ext cx="1325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Classifier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069080" y="2359152"/>
            <a:ext cx="365760" cy="347472"/>
          </a:xfrm>
          <a:prstGeom prst="chevron">
            <a:avLst/>
          </a:prstGeom>
          <a:solidFill>
            <a:srgbClr val="DADFE8"/>
          </a:solidFill>
          <a:ln w="12700">
            <a:solidFill>
              <a:srgbClr val="D7D7D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60520" y="2148840"/>
            <a:ext cx="1600200" cy="822960"/>
          </a:xfrm>
          <a:prstGeom prst="roundRect">
            <a:avLst>
              <a:gd name="adj" fmla="val 8889"/>
            </a:avLst>
          </a:prstGeom>
          <a:solidFill>
            <a:srgbClr val="C84B1E"/>
          </a:solidFill>
          <a:ln w="12700">
            <a:solidFill>
              <a:srgbClr val="C84B1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0" y="2258568"/>
            <a:ext cx="1325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Mastery Scorer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852160" y="2359152"/>
            <a:ext cx="365760" cy="347472"/>
          </a:xfrm>
          <a:prstGeom prst="chevron">
            <a:avLst/>
          </a:prstGeom>
          <a:solidFill>
            <a:srgbClr val="DADFE8"/>
          </a:solidFill>
          <a:ln w="12700">
            <a:solidFill>
              <a:srgbClr val="D7D7D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0" y="2148840"/>
            <a:ext cx="1600200" cy="822960"/>
          </a:xfrm>
          <a:prstGeom prst="roundRect">
            <a:avLst>
              <a:gd name="adj" fmla="val 8889"/>
            </a:avLst>
          </a:prstGeom>
          <a:solidFill>
            <a:srgbClr val="2F78A8"/>
          </a:solidFill>
          <a:ln w="12700">
            <a:solidFill>
              <a:srgbClr val="2F78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80760" y="2258568"/>
            <a:ext cx="1325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Subgraph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635240" y="2359152"/>
            <a:ext cx="365760" cy="347472"/>
          </a:xfrm>
          <a:prstGeom prst="chevron">
            <a:avLst/>
          </a:prstGeom>
          <a:solidFill>
            <a:srgbClr val="DADFE8"/>
          </a:solidFill>
          <a:ln w="12700">
            <a:solidFill>
              <a:srgbClr val="D7D7D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26680" y="2148840"/>
            <a:ext cx="1600200" cy="822960"/>
          </a:xfrm>
          <a:prstGeom prst="roundRect">
            <a:avLst>
              <a:gd name="adj" fmla="val 8889"/>
            </a:avLst>
          </a:prstGeom>
          <a:solidFill>
            <a:srgbClr val="1B7A48"/>
          </a:solidFill>
          <a:ln w="12700">
            <a:solidFill>
              <a:srgbClr val="1B7A4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63840" y="2258568"/>
            <a:ext cx="1325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Priority Traversal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418320" y="2359152"/>
            <a:ext cx="365760" cy="347472"/>
          </a:xfrm>
          <a:prstGeom prst="chevron">
            <a:avLst/>
          </a:prstGeom>
          <a:solidFill>
            <a:srgbClr val="DADFE8"/>
          </a:solidFill>
          <a:ln w="12700">
            <a:solidFill>
              <a:srgbClr val="D7D7D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509760" y="2148840"/>
            <a:ext cx="1600200" cy="822960"/>
          </a:xfrm>
          <a:prstGeom prst="roundRect">
            <a:avLst>
              <a:gd name="adj" fmla="val 8889"/>
            </a:avLst>
          </a:prstGeom>
          <a:solidFill>
            <a:srgbClr val="C84B1E"/>
          </a:solidFill>
          <a:ln w="12700">
            <a:solidFill>
              <a:srgbClr val="C84B1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46920" y="2258568"/>
            <a:ext cx="1325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Mapper + Trace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31520" y="3657600"/>
            <a:ext cx="10058400" cy="4389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D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Domain-specific skill taxonomies and prerequisite DAGs drive the adaptive engine.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D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backend owns scoring, graph construction, traversal, and deterministic reasoning.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D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frontend renders the 3-panel result view and can recompute after Mark Learned.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6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78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D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 Stack &amp; Models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10698480" cy="0"/>
          </a:xfrm>
          <a:prstGeom prst="line">
            <a:avLst/>
          </a:prstGeom>
          <a:noFill/>
          <a:ln w="12700">
            <a:solidFill>
              <a:srgbClr val="D7D7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828800"/>
            <a:ext cx="2560320" cy="1737360"/>
          </a:xfrm>
          <a:prstGeom prst="roundRect">
            <a:avLst>
              <a:gd name="adj" fmla="val 4211"/>
            </a:avLst>
          </a:prstGeom>
          <a:solidFill>
            <a:srgbClr val="E9F3FB"/>
          </a:solidFill>
          <a:ln w="12700">
            <a:solidFill>
              <a:srgbClr val="E9F3F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938528"/>
            <a:ext cx="2286000" cy="1517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Backend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D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FastAPI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D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DAG engine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D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Classifier hooks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566160" y="1828800"/>
            <a:ext cx="2560320" cy="1737360"/>
          </a:xfrm>
          <a:prstGeom prst="roundRect">
            <a:avLst>
              <a:gd name="adj" fmla="val 4211"/>
            </a:avLst>
          </a:prstGeom>
          <a:solidFill>
            <a:srgbClr val="EDF8F1"/>
          </a:solidFill>
          <a:ln w="12700">
            <a:solidFill>
              <a:srgbClr val="EDF8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03320" y="1938528"/>
            <a:ext cx="2286000" cy="1517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Frontend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D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Next.js 14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D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TypeScript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D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Single-page UX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92240" y="1828800"/>
            <a:ext cx="2560320" cy="1737360"/>
          </a:xfrm>
          <a:prstGeom prst="roundRect">
            <a:avLst>
              <a:gd name="adj" fmla="val 4211"/>
            </a:avLst>
          </a:prstGeom>
          <a:solidFill>
            <a:srgbClr val="FFF0E8"/>
          </a:solidFill>
          <a:ln w="12700">
            <a:solidFill>
              <a:srgbClr val="FFF0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29400" y="1938528"/>
            <a:ext cx="2286000" cy="1517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D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SWE + Data skills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D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Edges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D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Fixed course catalog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418320" y="1828800"/>
            <a:ext cx="2194560" cy="1737360"/>
          </a:xfrm>
          <a:prstGeom prst="roundRect">
            <a:avLst>
              <a:gd name="adj" fmla="val 4211"/>
            </a:avLst>
          </a:prstGeom>
          <a:solidFill>
            <a:srgbClr val="F3EDFB"/>
          </a:solidFill>
          <a:ln w="12700">
            <a:solidFill>
              <a:srgbClr val="F3EDF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55480" y="1938528"/>
            <a:ext cx="1920240" cy="1517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Models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D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Deterministic by default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D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Gemini classifier-only optional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1520" y="4069080"/>
            <a:ext cx="10241280" cy="4389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D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embeddings, vector DBs, or free-form course generation in the live submission path.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D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Grounding is enforced by a fixed catalog and taxonomy-only skill outputs.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D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Gemini is optional and restricted to classification into predefined skills.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78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Logic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D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Algorithms &amp; Training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10698480" cy="0"/>
          </a:xfrm>
          <a:prstGeom prst="line">
            <a:avLst/>
          </a:prstGeom>
          <a:noFill/>
          <a:ln w="12700">
            <a:solidFill>
              <a:srgbClr val="D7D7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37360"/>
            <a:ext cx="10424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mastery = 0.35 * frequency + 0.35 * recency + 0.30 * jd_match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240280"/>
            <a:ext cx="10424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priority = 0.4 * jd_importance + 0.4 * downstream_depth - 0.2 * mastery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926080"/>
            <a:ext cx="6035040" cy="4389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D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if JD-required or preferred and mastery &lt; 0.6.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D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the gap subgraph including prerequisite ancestors.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D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Traverse the valid frontier greedily by highest priority; never violate dependencies.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D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Reasoning trace explains JD alignment, downstream depth, mastery, and unlocked skills.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315200" y="3154680"/>
            <a:ext cx="3657600" cy="1280160"/>
          </a:xfrm>
          <a:prstGeom prst="roundRect">
            <a:avLst>
              <a:gd name="adj" fmla="val 5714"/>
            </a:avLst>
          </a:prstGeom>
          <a:solidFill>
            <a:srgbClr val="E9F3FB"/>
          </a:solidFill>
          <a:ln w="12700">
            <a:solidFill>
              <a:srgbClr val="E9F3F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52360" y="3264408"/>
            <a:ext cx="3383280" cy="10607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 note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D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custom model training required.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D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Originality is in adaptive logic.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15200" y="4663440"/>
            <a:ext cx="3657600" cy="1371600"/>
          </a:xfrm>
          <a:prstGeom prst="roundRect">
            <a:avLst>
              <a:gd name="adj" fmla="val 5333"/>
            </a:avLst>
          </a:prstGeom>
          <a:solidFill>
            <a:srgbClr val="FFF0E8"/>
          </a:solidFill>
          <a:ln w="12700">
            <a:solidFill>
              <a:srgbClr val="FFF0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52360" y="4773168"/>
            <a:ext cx="3383280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 example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D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required_by_jd: true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D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priority_score: 1.18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D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downstream_depth: 3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6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78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D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Datasets &amp; Metrics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10698480" cy="0"/>
          </a:xfrm>
          <a:prstGeom prst="line">
            <a:avLst/>
          </a:prstGeom>
          <a:noFill/>
          <a:ln w="12700">
            <a:solidFill>
              <a:srgbClr val="D7D7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783080"/>
            <a:ext cx="5669280" cy="4389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D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Skill taxonomies are curated from the PRD's O*NET-grounded SWE and Data domains.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D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catalog is fixed JSON; no hallucinated courses can enter the path.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D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fixed demo personas prove cross-domain behavior and stable judging flow.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949440" y="1828800"/>
            <a:ext cx="4206240" cy="1554480"/>
          </a:xfrm>
          <a:prstGeom prst="roundRect">
            <a:avLst>
              <a:gd name="adj" fmla="val 4706"/>
            </a:avLst>
          </a:prstGeom>
          <a:solidFill>
            <a:srgbClr val="EDF8F1"/>
          </a:solidFill>
          <a:ln w="12700">
            <a:solidFill>
              <a:srgbClr val="EDF8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86600" y="1938528"/>
            <a:ext cx="3931920" cy="1335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Metrics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D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Redundant modules eliminated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D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Naive vs recommended path length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D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Reasoning trace coverage = 100%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949440" y="3657600"/>
            <a:ext cx="4206240" cy="1280160"/>
          </a:xfrm>
          <a:prstGeom prst="roundRect">
            <a:avLst>
              <a:gd name="adj" fmla="val 5714"/>
            </a:avLst>
          </a:prstGeom>
          <a:solidFill>
            <a:srgbClr val="E9F3FB"/>
          </a:solidFill>
          <a:ln w="12700">
            <a:solidFill>
              <a:srgbClr val="E9F3F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86600" y="3767328"/>
            <a:ext cx="3931920" cy="10607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Submission proof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D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README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D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Docker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D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video runbook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D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5-slide deck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5257800"/>
            <a:ext cx="10241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4B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Prototype scope: 2 domains (SWE and Data) with deterministic adaptive onboarding.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SkillGraph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SkillGraph - 5 Slide Deck</dc:title>
  <dc:subject>Hackathon deck</dc:subject>
  <dc:creator>OpenAI Codex</dc:creator>
  <cp:lastModifiedBy>OpenAI Codex</cp:lastModifiedBy>
  <cp:revision>1</cp:revision>
  <dcterms:created xsi:type="dcterms:W3CDTF">2026-03-22T11:38:39Z</dcterms:created>
  <dcterms:modified xsi:type="dcterms:W3CDTF">2026-03-22T11:38:39Z</dcterms:modified>
</cp:coreProperties>
</file>